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005840"/>
            <a:ext cx="1069848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classroom discussion and guided study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4434840"/>
            <a:ext cx="3840480" cy="0"/>
          </a:xfrm>
          <a:prstGeom prst="lin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8006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 • Key concepts • Discussion prompts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0F172A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1. System ➡️ identity Interface ➡️ enable wlan1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2. System ➡️ identity Interface ➡️ enable wlan1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3. Security profile Ip➡️ address ➡️ double click ➡️ address (10.10.10.7/24) wlan1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4. Create ether 2 ( 192.168.7.1/24)➡️ 192.168.7.0 IP➡️DNS➡️Add server (8.8.8.8) (8.8.4.4) - allow remote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E0F2FE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structure and section 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1F1635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2 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➡️ identity Interface ➡️ enable wlan1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Wireless ➡️ security profile ➡️ name ➡️ mode(dynamic key)➡️ auth types➡️ check all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➡️ identity Interface ➡️ enable wlan1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2E1324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3 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➡️ identity Interface ➡️ enable wlan1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➡️ double click the wlan1 ➡️ wireless ➡️ SSID ➡️ Scan➡️ run ➡️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➡️ identity Interface ➡️ enable wlan1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12251B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4 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profile Ip➡️ address ➡️ double click ➡️ address (10.10.10.7/24) wlan1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supporting details were found for this section.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profile Ip➡️ address ➡️ double click ➡️ address (10.10.10.7/24) wlan1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0F172A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5 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ether 2 ( 192.168.7.1/24)➡️ 192.168.7.0 IP➡️DNS➡️Add server (8.8.8.8) (8.8.4.4) - allow remote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supporting details were found for this section.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E0F2FE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ether 2 ( 192.168.7.1/24)➡️ 192.168.7.0 IP➡️DNS➡️Add server (8.8.8.8) (8.8.4.4) - allow remote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1F1635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6 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IP➡️ DHCP Server ➡️ DHCP Setup ➡️ setup ether 2 Command Prompt ➡️ ipconfig ➡️ ipconfig/release ➡️ ipconfig/renew Leases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IP➡️ Firewall ➡️ NAT ➡️ NEW➡️ (General ➡️ out interface- isa lang (Wlan1) ➡️action(Masquerade) apply ok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IP➡️ DHCP Server ➡️ DHCP Setup ➡️ setup ether 2 Command Prompt ➡️ ipconfig ➡️ ipconfig/release ➡️ ipconfig/renew Leases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2E1324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7 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IP➡️ DHCP Server ➡️ DHCP Setup ➡️ setup ether 2 Command Prompt ➡️ ipconfig ➡️ ipconfig/release ➡️ ipconfig/renew Leases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➡️ SNTP Client ➡️ enable ➡️ ( Primary NTP Server - 121.58.193.100)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IP➡️ DHCP Server ➡️ DHCP Setup ➡️ setup ether 2 Command Prompt ➡️ ipconfig ➡️ ipconfig/release ➡️ ipconfig/renew Leases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12251B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8 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➡️ Ping (8.8.8.8) ➡️ start ➡️ stop IP ➡️ Routes ➡️ NEW ➡️ Gateway ➡️ (10.10.10.100)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Prompt (ping google) back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➡️ Ping (8.8.8.8) ➡️ start ➡️ stop IP ➡️ Routes ➡️ NEW ➡️ Gateway ➡️ (10.10.10.100)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0F172A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9 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➡️ Ping (8.8.8.8) ➡️ start ➡️ stop IP ➡️ Routes ➡️ NEW ➡️ Gateway ➡️ (10.10.10.100)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➡️ new ➡️ name➡️ hotspot7(number ka routes)➡️ ok ➡️ Ports ➡️ ( interface - ether 3 and 4 bridge ➡️ hotspot7➡️ add ether 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E0F2FE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➡️ Ping (8.8.8.8) ➡️ start ➡️ stop IP ➡️ Routes ➡️ NEW ➡️ Gateway ➡️ (10.10.10.100)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1F1635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10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➡️ Interface ➡️ NEW ➡️ Virtual ➡️ automatic Wireless ➡️ SSID (Hotspot 7) apply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supporting details were found for this section.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➡️ Interface ➡️ NEW ➡️ Virtual ➡️ automatic Wireless ➡️ SSID (Hotspot 7) apply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2E1324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11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 ➡️ Ports ➡️ New➡️ Interface ➡️ (Wlan2) Apply IP ➡️ hotspot ➡️ servers ➡️ hotspot set-up ➡️ (hotspot7)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supporting details were found for this section.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➡️ Ports ➡️ New➡️ Interface ➡️ (Wlan2) Apply IP ➡️ hotspot ➡️ servers ➡️ hotspot set-up ➡️ (hotspot7)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12251B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12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Hotspot set-up - change the address pool ( dhcp_pool ) Hotspot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Name ➡️ Hotspot.com ➡️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 set-up - change the address pool ( dhcp_pool ) Hotspot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0F172A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13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Hotspot set-up - change the address pool ( dhcp_pool ) Hotspot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Profile ➡️ NEW ➡️ ( 1hour) address pool ( dhcp_pool ) session time out ( 00:60:00) Apply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E0F2FE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 set-up - change the address pool ( dhcp_pool ) Hotspot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8288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561320" cy="4526280"/>
          </a:xfrm>
          <a:prstGeom prst="rect">
            <a:avLst/>
          </a:prstGeom>
          <a:solidFill>
            <a:srgbClr val="1F1635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14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58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➡️ Add new ➡️ server ➡️ hotspot1 Interface ➡️ wlan1➡️ mode ➡️ Ap bridge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813816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to wifi check if visible the hotspot then connect and go to browser search the hotspot.com then user1 and password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1874520"/>
            <a:ext cx="1965960" cy="265176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81160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➡️ Add new ➡️ server ➡️ hotspot1 Interface ➡️ wlan1➡️ mode ➡️ Ap bridge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20272" y="6217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Multimedia Learning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</dc:title>
  <dc:subject>Converted learning material</dc:subject>
  <dc:creator>Multimedia Learning</dc:creator>
  <cp:lastModifiedBy>Multimedia Learning</cp:lastModifiedBy>
  <cp:revision>1</cp:revision>
  <dcterms:created xsi:type="dcterms:W3CDTF">2026-09-14T12:28:20Z</dcterms:created>
  <dcterms:modified xsi:type="dcterms:W3CDTF">2026-09-14T12:28:20Z</dcterms:modified>
</cp:coreProperties>
</file>