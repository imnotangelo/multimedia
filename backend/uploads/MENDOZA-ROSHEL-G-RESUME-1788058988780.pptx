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R O S H E L G . M E N D O Z A
09515965876 | mendozaroshel33@gmail.com | Brgy. Fiorello, Calimag GMA Cavite
C AR EER SUM M AR Y
I am highly motivated and adaptable individual with a strong desire to make a meaningful impact. Ambitious professional
seeking leverage skills and experience to drive business growth, improve efficiency, and foster innovation in a dynamic team
environment.
E X PE RI E NC E
IT Support Intern | ADMINISTRATIVE AIDE | On-the-Job Trainee
January 19, 2026 – April 28, 2026
Assisted in data encoding, records management, and administrative tasks related to procurement activities. Responsible for
organizing, validating, and maintaining accurate procurement documents, including purchase requests, purchase orders, and
other related records. Provided support during bidding processes, document preparation, and inquiries while ensuring proper
filing and compliance with office procedures.
ED UC ATI O N
Tertiary:
PASSI CITY COLLEGE 2022-2026
PASSI CITY, ILOILO
SENIOR HIGH SCHOOL
GENERAL ACACEMC STRAND (GAS) 2020-2022
PRESENTACION DIEZ GREGORIO NATIONAL HIGH SCHOOL
S KI L L S
• Technical Skills: MS Office Suite, MS Excel, Troubleshooting, Email Management
• Core Competencies: Customer Service, Attention to Detail,
• Written &amp; Oral Communication, Problem-Solving, Multitasking
• Languages: Filipino (Native), English (Proficient)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MENDOZA, ROSHEL G. (RESUME)</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MENDOZA, ROSHEL G. (RESUME).pdf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MENDOZA, ROSHEL G. (RESUME)</dc:title>
  <dc:subject>Converted learning material</dc:subject>
  <dc:creator>Multimedia Learning</dc:creator>
  <cp:lastModifiedBy>Multimedia Learning</cp:lastModifiedBy>
  <cp:revision>1</cp:revision>
  <dcterms:created xsi:type="dcterms:W3CDTF">2026-08-30T03:03:08Z</dcterms:created>
  <dcterms:modified xsi:type="dcterms:W3CDTF">2026-08-30T03:03:08Z</dcterms:modified>
</cp:coreProperties>
</file>