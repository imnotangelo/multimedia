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10 Int'l Conf. Wireless Networks | ICWN'17 |
A Device for Integrated Traffic Violation Apprehension
and Payment System Using NFC Technology
1 2 3 4 5
Luisito L. Lacatan , Paul S. Gilber , Seth B. Guerrero , Ken L. Pascual , Patrick M. Tolentino
Computer Engineering Department, Adamson University, Philippines
Abstract-- This research project presents the solution on Contributing to the problem, most public utility
how to eliminate the long process of issuing traffic vehicles were not observing the proper loading and
violations to the caught drivers; the repossession and unloading areas, insensitively fetching passengers in the
confiscation of Driver’s License will be done virtually. The middle of the road, making them one of the top causes of
present project includes a device that used by the traffic heavy traffic. And since most of these drivers were not
enforcers to issue traffic violations to drivers that provides a educated about traffic rules and regulations, our traffic
real time notification, payment and traffic violation record enforcers caught them; this hinders the movement of traffic
system and method for vehicle traffic violations, a system because of the long process of confiscating their license, very
that facilitate the registration of accounts and monitoring of time consuming. To support the aforementioned statement,
all the transactions made, a Smart Driver’s License Card, in 2011, according to latest statistics from the National
an NFC Reader responsible for the reading the information Statistical Coordination Board, there was an average of 211
inside the Driver’s License Card, Android Application for vehicular accidents per day in Metro Manila. In 2012,
the drivers for easy monitoring of his/her own account and a Transportation and Communications Assistant Secretary
Website to increase the way of how may the driver monitor Dante Lantin said 79% of road crashes were caused by
his/her account. The database of each application is driver error. This has undoubtedly contributed to the
centralizedthrough the Cloud Server to integrate the proliferation of untrained and uneducated drivers on Metro
Windows Application in the offices, the device used by the Manila’ s streets, commented by Rappler in line with road
enforcers, the Website and the Android Application for the accidents. [2]
drivers. Thus, the present project will be able to help the
2 Background of the study
drivers to know and track their accumulated traffic
violation, to be guided and educated at the same time to
have the sense of initiative to correct his/her traffic According to the Metropolitan Manila Development
behavior in the future, so as to form a favorable traffic Authority or MMDA, there are 28, 000 traffic violations
atmosphere and to finally achieve the effects of effective committed in the NCR every day. If a driver is caught
traffic management and apprehension on traffic violation violating a traffic rule, the officer who witnessed the
endeavors. committed violation should do an apprehension. [3]
Keywords — NFC, Android Application, Windows
As for the current process of redeeming license, the
Application, Cloud Server.
concerned person has to go to the office where the officer
advises him. First, he should go to a certain window where
1 Introduction
the ticket is presented, the clerk checks the system if the
In the Philippines today, one of the problem is the license is already available, if not, the driver is advised to
alarming heavy traffic because of the massive number of return on the designated date. When the license is ready for
vehicles roving around the city every day plus the redemption, the driver is directed to another area to trade the
undisciplined drivers who will do everything just to reach violation ticket for a stub with a number on it indicating the
their destination in the fastest way even if they will cause a place with the people also waiting to redeem their
roadblock. For information sited in Rappler.com, traffic in confiscated license. He waits for his number to be called and
the capital and its surroundings is already costing the country once it’s called, he proceeds to the cashier to pay the fine,
about P3 billion ($64 million) a day, or about 0.8% of gross and then he gets his license back. [4]
domestic product, according to government figures. And it is
steadily worsening as an emerging middle class fuel an auto “Spending almost three hours at LTO isn’t as bad
boom – car sales rose 23% last year with nearly 300,000 new as I anticipated it to be. Though it could’ve been faster, still,
vehicles hitting the roads. Compounding the problem, I am thankful that the system didn’t go wonky on me or that
decades of infrastructure neglect has left Manila with a just a I wasn’t caught in between being offline and r unning out of
few major roads across the city and their gridlock "peak card or printer ink” Jackie Go said in her blog. [5]
hours" often last for 3 to 4 hours. [1] Additionally, according to UrgeI Sarmiento, he spent
~Php1.2k and almost a day (from 8:30AM to 3:30PM) to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2:
Int'l Conf. Wireless Networks | ICWN'17 | 11
retrieve his license. However, the whole process should just prevent any possible errors. Once done, the project moved to
take less than half a day (half-day max) to complete if the the design and implementation phase.
driver take note of the seminar schedules in advance and plan
his time of arrival ahead. [6] Figure 1 shows the block diagram of the whole system,
To solve the current problem facing by our beloved this illustrates the connection of all the modules of the
drivers as well as the Land Transportation Office, the present project; including the device for issuance and paying for
researchers propose a device for Traffic Violation traffic violation, mobile application, windows application,
Apprehension and Payment System. module for loading driver’s license and a cloud database
server.
3 Objectives
The general objective of this study is to develop a
device used for Traffic Violation Apprehension and Payment
System to make the payment process less hassle for drivers.
x To develop a handheld device that facilitates the
issuance of traffic violation and payment system.
x To develop a mobile application for drivers that
provides traffic violation and load balance
monitoring.
x To generate location for the monitoring of the
device and where certain driver get violation.
x To use NFC Cards to be driver’s license, that can be
manipulated via NFC Reader/Writer.
x To develop a method of encryption to level up the
security of the NFC Cards.
x To generate electronic receipt through text message.
x To develop a record management system that will
facilitate registration, monitoring and report
generation of drivers.
x To design a centralized database to integrate
registration management system, android
application, and the handheld device with Raspbian
application.
Figure 1. Block Diagram of Integrated Traffic Violation
Apprehension and Payment System Using NFC Technology .
4 Methodology
All the modules of the project are centralized to one
In order for the project to prosper, every aspect of the
Cloud Server; this is the central storage for all the
study was thoroughly analyzed to fully understand its
information needed in issuance of traffic violation as well as
function to the project, from the development of an
the records of drivers; the records of drivers is handled by
Application that is NFC-Enabled and its functionalities to the
the Windows Application of the Administrator or the
implementation of cloud computing as the central database
Personnel in-charge. On the other hand, the handheld device
of the whole project. Furthermore, the project used an
to be used by the traffic enforcers is responsible for issuance
Object-Oriented kind of methodology to balance the focus
of traffic vioaltion and can also receive payments for traffic
between process and data by incorporating both into one
fines with the used of NFC Technology integrated to the
model. It will be focused first in defining the major elements
device and on the driver’s license. Moreover, this handheld
of the system and look the processes data that were
device can also view the status of t he a driver’s account to
gathered. The gathering and reviewing of related studies of
monitor if he/she still has a pending fine that has not been
the project will help the researcher to prevent any anomalies
paid yet; an invalid or confiscated license.
before they could arise. Moreover, apart from planning:
analysis, design and implementation were simultaneously
done in order for the researchers to balance the time needed
in building the project. During the analysis, all the
components were gathered and studied carefully in order to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3:
12 Int'l Conf. Wireless Networks | ICWN'17 |
Figure 2. Out view of apprehending a caught driver .
Figure 3. Loading Module
Figure 2 shows the out view of the traffic violation
apprehension system. If a driver commits a traffic violation, a Figure 3 shows the loading module of the project. This
traffic enforcer will apprehend the driver and will be fined module is responsible for loading driver’s account; the driver
based on the violation. The traffic will then ask for the needs to input his/her license number, his/her name and the
driver’s smart license to scan it for the personal information amount he/she wishes to load up to his/her account as you
of the driver and balance using the NFC card reader can see in the number 1 of Figure 4. This module covers the
connected in the handheld device. The device will retrieve thermal printer for printing receipt and a barcode reader. Its
the driver’s personal information from the cloud server then like the other ordinary KIOSKS present in most convenient
sends it back to be viewed. The GPS finds the specific stores; e.g. 7-Eleven.
location where the violation is committed. The officer will
then proceed to search the specific violation committed from
the embedded database that includes its equivalent fine. A
confirmation notice will appear to verify if the selected the
selected violation is correct. After confirming, a receipt in 1
the form of text message that shows the details related from
the violation will be sent to driver’s mobile number. The
violation will now be saved in the cloud server to update the
recorded violations together with the time, date, and location
of the area. Also, the remaining balance after the transaction
is made will be saved in the cloud server so the drivers can
monitor their own account using the Android Application
connected to the cloud database server. A notification in a
form of text message will be sent to the mobile number of
the driver that states the details of the transaction. The
administrator or the traffic control center will handle
situations like an update of driver’s information or renewal
of license so it can be saved in the cloud server. But the only
the mobile phone and email address can be updated using the
android application the rest is solely handled by the
administrator.
4.1 Loading Module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4:
Int'l Conf. Wireless Networks | ICWN'17 | 13
2
3
Figure 4. Windows Application: Purchase Load Figure 6. Windows Application: Check Load
Figure 6 shows the Windows Application, checking of
load balance. In order for the driver to check his/her balance,
he/she needs to tap his card, for reading of that specific
Figure 4 shows Windows Application for Loading the
license, to the NFC reader for displaying of his/her account
driver’s account. This figure illustrates the step by step
on the screen.
procedure that the driver will encounter when reloading
his/her account. The output of this application is a thermal
receipt in which the driver will give it to the cashier for 4.2 Administrator Module
barcode reading as you can see on Figure 3 and to finally
reload his/her account. Further, in the loading module, the
driver has an option to check his/her balance or purchase a
load as you can see in Figure 5.
Figure 7. Windows Application Administrator Module: Login
Form
Figure 5. Windows Application: Purchase/Check Load
Figure 7 shows the Login Form of the Administrator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5:
14 Int'l Conf. Wireless Networks | ICWN'17 |
Module. The admin needs first to login for security purposes.
This module is exclusive only for the personnel in-charge in
manipulation of driver’s accounts.
Figure 10. NFC Writer for giving unique ID on new driver’s
license.
4.3 D river’s Module: Android Application
Figure 8. Windows Application Administrator Module: Menu
Form
Fifure 8 shows the Menu of the Administrator Module
after login. Futher, the admin can add new driver, renew
driver’s license and preview previous drivers. The admin can
add new driver by inserting new driver ’s details as you can
see on Figure 9 and writing a unique ID by tapping the new
driver’s license in the NFC Writer as you can see in Figure
10. In the preview previous drivers, the admin can easily
view all the registered drivers as a list, and can search for
one driver by inputting the license number of the driver the
admin wishes to view.
Figure 11. Android Application for Drivers: Login Form
Figure 11 shows the login form of the Android
Application for Drivers. This android application was created
for the drivers to check and monitor their own account; to
know and track their accumulated traffic violation, to be
guided and educated at the same time to have the sense of
initiative to correct his/her traffic behavior in the future as
you can see on Figure 12.
Figure 9. Windows Application Administrator Module: Adding
New Driver Form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6:
Int'l Conf. Wireless Networks | ICWN'17 | 15
and contact number as you can see below in Figure 14.
Figure 12. Android Application for Drivers: Account
Further, as you can see on Figure 13, every violation of
Figure 14. Android Application for Drivers: Driver’s Lic ense Info
the driver has dropdown to view the detailed information of
each accumulated violation.
4.4 Handheld Device Prototype
Figure 15. Actual prototype of handheld device for traffic
enforcers: Front View.
Figure 15 shows the actual prototype of the handheld
device. The casing used is acrylic glass covered with carbon
fiber; carbon fibers are commonly used in cars for aesthetics;
so this carbon fiber design device is very road-friendly
device; it remains its neat design condition even on the dusty Figure 13. Android Application for Drivers: Violation in detailed
format.
roads. Moreover, this handheld device facilitates all the
transactions between enforcer and the caught driver. Further,
Figure 13 shows the detailed information of an
t he driver’s license is an NFC card, in which by placing the
accumulated violation; the driver can see his violation, where
card on top portion the device, the device can retrieve all
the enforcer caught him, the date, the amount of that
that specific driver’s information.
violation, if it’s unpaid or paid as well as their balance.
Moreover, this android application will also retrieve the
driver’s information, he/she can update his/her email address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7:
16 Int'l Conf. Wireless Networks | ICWN'17 |
5 Summary of findings
x The database of each of the modules are centralized
This study summarizes the following findings:
through the cloud server any changes made in one
module will be visible to all and updated real-time.
x The acceptance test for the following worked as
expected:
7 Recommendations
o Issuance of traffic violation using the
handheld device.
This study recommends the following:
o Payment for traffic fines using NFC
Technology.
x To lessen further the size and weight of the handheld
o Reloading the driver’s license using the NFC
device.
Reader/Writer.
x To used a more advanced technology for faster
o Mobile Application and Webpage for the
processing of the virtual apprehension and payment
monitoring of dr iver’s account.
system.
o Windows Application for the administrator
was able to register new driver and
monitor all the driver’s accounts.
8 Acknowledgment
This work was supported in part by the Center of
6 Conclusions
Research and Development, Adamson University, Manila,
This study concludes the following:
Philippines.
x It is clear that using this device for traffic violation And to our Almighty God for guidance and wisdom for
apprehension and payment system using NFC
the development of our strategic plan up to the
Technology able to handle the traffic violation
implementation of thestudy.
issuance and the payment made by the caught driver
without the need of going to the LTO Office; this
promotes improvement in the process of paying for 9 References
traffic fines and confiscation o f driver’s license; it is
confiscated virtually. That is, certain driver will no
[1] M. Macaraig. (2016, January) Metro Manila Traffic:
longer required going to the nearest Office
Most Critical Problem of next Government. [Online].
dedicated for paying traffic fines, just to pay for his
Available:
violation; he will just present his driver’s license
http://www.rappler.com/business/industries/infrastructure
with sufficient balance and the officer will tap it to
/120058-metro-manila-traffic-critical-problem-next-
the handheld device to retrieve driver’s account.
administration
[2] M.Cepeda, Et.Al. (2014, February) The Fixing Business
x It is well defined that virtual confiscation of licenses
At Lto. [Online]. Available:
promotes convenience for drivers who failed to
http://www.rappler.com/newsbreak/49346-Fixing-
abide by the traffic regulations imposed by the Land
Business-Lto-Corruption
[3] Evelyn Macairan. (2004 April 12). MMDA Reports 28,
x Transportation Office. Further, this clearly eliminates
000 Traffic Violations Daily in Metro Manila. [Online].
any kinds of corruption during confiscation, which
Available:
ensures the offenders to have their rights properly
http://www.philstar.com:8080/metro/245846/mmda-
assessed by any traffic enforcer through cashless
reports-28000-trafficviolations-daily-metro-manila
transaction.
[4] Senor Enrique. (2006 September 4), Manila City Hall.
[Online]. Available:
x In terms of the notification system, this project will
http://senorenrique.blogspot.com/2006/09/manila-city-
help the drivers to know and track their
hall.html
accumulated traffic violation through the use of the
[5] J. Go (2015 September 10). That Once in Three Years
mobile application and or by logging in to the
Mandatory Visit to LTO. [Online]. Available:
Webpage, to be guided and educated at the same
http://gojackiego.com/that-once-in-three-years-
time to have the sense of initiative to correct his/her
mandatory-visit-to-lto/
traffic behavior in the future, so as to form a
[6] Urgel Sarmiento(2012 June 9), “ How to Retrieve your
favorable traffic atmosphere and to finally achieve
Driver’s License From LTO.” [Online]. Available:
the effects of effective traffic management and
http://www.thestoryofus.com.ph/2012/06/walkthroughlto
apprehension on traffic violation endeavors.
s-process-to-get-your.ht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A_Device_for_Integrated_Traffic_Violatio</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1 of 7</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2 of 7</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3 of 7</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4 of 7</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5 of 7</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6 of 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7 of 7</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A_Device_for_Integrated_Traffic_Violatio</dc:title>
  <dc:subject>Converted learning material</dc:subject>
  <dc:creator>Multimedia Learning</dc:creator>
  <cp:lastModifiedBy>Multimedia Learning</cp:lastModifiedBy>
  <cp:revision>1</cp:revision>
  <dcterms:created xsi:type="dcterms:W3CDTF">2026-09-03T12:09:02Z</dcterms:created>
  <dcterms:modified xsi:type="dcterms:W3CDTF">2026-09-03T12:09:02Z</dcterms:modified>
</cp:coreProperties>
</file>