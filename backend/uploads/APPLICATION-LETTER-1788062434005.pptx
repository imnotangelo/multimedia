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from source page 1:
August 23, 2025
JOSH MOJICA
Owner | CEO
Kangkong Chip Original
Cainta, Metro Manila
Dear Sir/Madam:
I am currently a Bachelor of Science in Information Technology student at Passi City
College. In partial fulfillment of the requirements of this degree, I am required to have an On-
the-Job Training (OJT) for a minimum of [number] hours starting February 2026
I would like to apply as a trainee in your company because I believe that the training and
experience I will acquire will broaden my knowledge about my course and provide me with
practical skills essential for my future career in the IT industry.
Thank you for any consideration that you may give to this letter of application.
Very truly yours,
ANGELO LIBRON
Pob. Delgado Calinog, Iloilo
09957443150
libronangelo13@gmail.com
Noted:
ENGR. MYLEN B. PADERES, Meng’g
OJT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2191695" cy="347472"/>
          </a:xfrm>
          <a:prstGeom prst="rect">
            <a:avLst/>
          </a:prstGeom>
          <a:solidFill>
            <a:srgbClr val="67E8F9"/>
          </a:solidFill>
          <a:ln w="12700">
            <a:solidFill>
              <a:srgbClr val="67E8F9"/>
            </a:solidFill>
            <a:prstDash val="solid"/>
          </a:ln>
        </p:spPr>
      </p:sp>
      <p:sp>
        <p:nvSpPr>
          <p:cNvPr id="4" name="Shape 2"/>
          <p:cNvSpPr/>
          <p:nvPr/>
        </p:nvSpPr>
        <p:spPr>
          <a:xfrm>
            <a:off x="777240" y="1005840"/>
            <a:ext cx="10698480" cy="4389120"/>
          </a:xfrm>
          <a:prstGeom prst="rect">
            <a:avLst/>
          </a:prstGeom>
          <a:solidFill>
            <a:srgbClr val="111827"/>
          </a:solidFill>
          <a:ln w="12700">
            <a:solidFill>
              <a:srgbClr val="334155"/>
            </a:solidFill>
            <a:prstDash val="solid"/>
          </a:ln>
        </p:spPr>
      </p:sp>
      <p:sp>
        <p:nvSpPr>
          <p:cNvPr id="5" name="Text 3"/>
          <p:cNvSpPr/>
          <p:nvPr/>
        </p:nvSpPr>
        <p:spPr>
          <a:xfrm>
            <a:off x="1097280" y="1325880"/>
            <a:ext cx="2926080" cy="320040"/>
          </a:xfrm>
          <a:prstGeom prst="rect">
            <a:avLst/>
          </a:prstGeom>
          <a:noFill/>
          <a:ln/>
        </p:spPr>
        <p:txBody>
          <a:bodyPr wrap="square" lIns="0" tIns="0" rIns="0" bIns="0" rtlCol="0" anchor="ctr">
            <a:normAutofit/>
          </a:bodyPr>
          <a:lstStyle/>
          <a:p>
            <a:pPr indent="0" marL="0">
              <a:buNone/>
            </a:pPr>
            <a:r>
              <a:rPr lang="en-US" sz="1100" b="1" dirty="0">
                <a:solidFill>
                  <a:srgbClr val="67E8F9"/>
                </a:solidFill>
                <a:latin typeface="Aptos" pitchFamily="34" charset="0"/>
                <a:ea typeface="Aptos" pitchFamily="34" charset="-122"/>
                <a:cs typeface="Aptos" pitchFamily="34" charset="-120"/>
              </a:rPr>
              <a:t>ACADEMIC LESSON</a:t>
            </a:r>
            <a:endParaRPr lang="en-US" sz="1100" dirty="0"/>
          </a:p>
        </p:txBody>
      </p:sp>
      <p:sp>
        <p:nvSpPr>
          <p:cNvPr id="6" name="Text 4"/>
          <p:cNvSpPr/>
          <p:nvPr/>
        </p:nvSpPr>
        <p:spPr>
          <a:xfrm>
            <a:off x="1097280" y="1920240"/>
            <a:ext cx="9875520" cy="1371600"/>
          </a:xfrm>
          <a:prstGeom prst="rect">
            <a:avLst/>
          </a:prstGeom>
          <a:noFill/>
          <a:ln/>
        </p:spPr>
        <p:txBody>
          <a:bodyPr wrap="square" lIns="0" tIns="0" rIns="0" bIns="0" rtlCol="0" anchor="ctr">
            <a:normAutofit/>
          </a:bodyPr>
          <a:lstStyle/>
          <a:p>
            <a:pPr indent="0" marL="0">
              <a:buNone/>
            </a:pPr>
            <a:r>
              <a:rPr lang="en-US" sz="2800" b="1" dirty="0">
                <a:solidFill>
                  <a:srgbClr val="F8FAFC"/>
                </a:solidFill>
                <a:latin typeface="Aptos Display" pitchFamily="34" charset="0"/>
                <a:ea typeface="Aptos Display" pitchFamily="34" charset="-122"/>
                <a:cs typeface="Aptos Display" pitchFamily="34" charset="-120"/>
              </a:rPr>
              <a:t>APPLICATION LETTER</a:t>
            </a:r>
            <a:endParaRPr lang="en-US" sz="2800" dirty="0"/>
          </a:p>
        </p:txBody>
      </p:sp>
      <p:sp>
        <p:nvSpPr>
          <p:cNvPr id="7" name="Text 5"/>
          <p:cNvSpPr/>
          <p:nvPr/>
        </p:nvSpPr>
        <p:spPr>
          <a:xfrm>
            <a:off x="1097280" y="3566160"/>
            <a:ext cx="7680960" cy="548640"/>
          </a:xfrm>
          <a:prstGeom prst="rect">
            <a:avLst/>
          </a:prstGeom>
          <a:noFill/>
          <a:ln/>
        </p:spPr>
        <p:txBody>
          <a:bodyPr wrap="square" lIns="0" tIns="0" rIns="0" bIns="0" rtlCol="0" anchor="ctr">
            <a:normAutofit/>
          </a:bodyPr>
          <a:lstStyle/>
          <a:p>
            <a:pPr indent="0" marL="0">
              <a:buNone/>
            </a:pPr>
            <a:r>
              <a:rPr lang="en-US" sz="1500" dirty="0">
                <a:solidFill>
                  <a:srgbClr val="CBD5E1"/>
                </a:solidFill>
                <a:latin typeface="Aptos" pitchFamily="34" charset="0"/>
                <a:ea typeface="Aptos" pitchFamily="34" charset="-122"/>
                <a:cs typeface="Aptos" pitchFamily="34" charset="-120"/>
              </a:rPr>
              <a:t>Prepared for classroom discussion and guided study</a:t>
            </a:r>
            <a:endParaRPr lang="en-US" sz="1500" dirty="0"/>
          </a:p>
        </p:txBody>
      </p:sp>
      <p:sp>
        <p:nvSpPr>
          <p:cNvPr id="8" name="Shape 6"/>
          <p:cNvSpPr/>
          <p:nvPr/>
        </p:nvSpPr>
        <p:spPr>
          <a:xfrm>
            <a:off x="1097280" y="4434840"/>
            <a:ext cx="3840480" cy="0"/>
          </a:xfrm>
          <a:prstGeom prst="line">
            <a:avLst/>
          </a:prstGeom>
          <a:solidFill>
            <a:srgbClr val="67E8F9"/>
          </a:solidFill>
          <a:ln w="12700">
            <a:solidFill>
              <a:srgbClr val="67E8F9"/>
            </a:solidFill>
            <a:prstDash val="solid"/>
          </a:ln>
        </p:spPr>
      </p:sp>
      <p:sp>
        <p:nvSpPr>
          <p:cNvPr id="9" name="Text 7"/>
          <p:cNvSpPr/>
          <p:nvPr/>
        </p:nvSpPr>
        <p:spPr>
          <a:xfrm>
            <a:off x="1097280" y="4800600"/>
            <a:ext cx="8961120" cy="502920"/>
          </a:xfrm>
          <a:prstGeom prst="rect">
            <a:avLst/>
          </a:prstGeom>
          <a:noFill/>
          <a:ln/>
        </p:spPr>
        <p:txBody>
          <a:bodyPr wrap="square" lIns="0" tIns="0" rIns="0" bIns="0" rtlCol="0" anchor="ctr">
            <a:normAutofit/>
          </a:bodyPr>
          <a:lstStyle/>
          <a:p>
            <a:pPr indent="0" marL="0">
              <a:buNone/>
            </a:pPr>
            <a:r>
              <a:rPr lang="en-US" sz="1200" dirty="0">
                <a:solidFill>
                  <a:srgbClr val="E2E8F0"/>
                </a:solidFill>
                <a:latin typeface="Aptos" pitchFamily="34" charset="0"/>
                <a:ea typeface="Aptos" pitchFamily="34" charset="-122"/>
                <a:cs typeface="Aptos" pitchFamily="34" charset="-120"/>
              </a:rPr>
              <a:t>Learning objectives • Key concepts • Discussion prompts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228600" y="6565392"/>
            <a:ext cx="11704320" cy="164592"/>
          </a:xfrm>
          <a:prstGeom prst="rect">
            <a:avLst/>
          </a:prstGeom>
          <a:noFill/>
          <a:ln/>
        </p:spPr>
        <p:txBody>
          <a:bodyPr wrap="square" lIns="0" tIns="0" rIns="0" bIns="0" rtlCol="0" anchor="ctr"/>
          <a:lstStyle/>
          <a:p>
            <a:pPr algn="r" indent="0" marL="0">
              <a:buNone/>
            </a:pPr>
            <a:r>
              <a:rPr lang="en-US" sz="700" dirty="0">
                <a:solidFill>
                  <a:srgbClr val="94A3B8">
                    <a:alpha val="80000"/>
                  </a:srgbClr>
                </a:solidFill>
              </a:rPr>
              <a:t>APPLICATION LETTER.pdf  |  Page 1 of 1</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Multimedia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LETTER</dc:title>
  <dc:subject>Converted learning material</dc:subject>
  <dc:creator>Multimedia Learning</dc:creator>
  <cp:lastModifiedBy>Multimedia Learning</cp:lastModifiedBy>
  <cp:revision>1</cp:revision>
  <dcterms:created xsi:type="dcterms:W3CDTF">2026-08-30T04:00:33Z</dcterms:created>
  <dcterms:modified xsi:type="dcterms:W3CDTF">2026-08-30T04:00:33Z</dcterms:modified>
</cp:coreProperties>
</file>