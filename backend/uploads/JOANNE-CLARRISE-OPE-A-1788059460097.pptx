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Extracted text from source page 1:
JOANNE CLARRISE OPEÑA
PERSONAL DETAILS
Home address : Block10 lot18 Roxas Street, Brgy. F. Calimag
GMA Cavite
Sex : Female
Marital Status : Single
Place of Birth : GMA Cavite
Date of Birth : March 3, 2002
Height : 5'3
Weight : 60
Mobile No : 09705218125
Email : joanneopena79@gmail.com
OBJECTIVE
"To secure an entry-level position in a manufacturing environment where I can utilize my strong
work ethic, physical stamina, and willingness to learn new skills."
SUMMARY OF QUALIFICATION
Extremely motivated and passionate in whatever I choose to do. Strong Interpersonal and
communication skills. Equality effectively working independently and in cooperation with
others.
EDUCATIONAL BACKGROUND
SENIOR HIGH: General Mariano Alvarez Technical High School
WORK EXPERIENCE
•Factory Operator
YAZAKI IMUS CAVITE [2023-2024]
TAIPHIL [January 27-July 20, 2026]
SKILLS
• Hardworking
• Teamwork
• Good Communication
• Friendly &amp; Easy to get along with
• Adaptability
I hereby certify that the above information given is true and correct.
JOANNE CLARISSE OPENA
Applicant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05840"/>
            <a:ext cx="106984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LESSON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JOANNE CLARRISE OPEÑA`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classroom discussion and guided study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434840"/>
            <a:ext cx="3840480" cy="0"/>
          </a:xfrm>
          <a:prstGeom prst="lin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80060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 • Key concepts • Discussion prompts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6565392"/>
            <a:ext cx="1170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>
                    <a:alpha val="80000"/>
                  </a:srgbClr>
                </a:solidFill>
              </a:rPr>
              <a:t>JOANNE CLARRISE OPEÃA`.pdf  |  Page 1 of 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Multimedia Learning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JOANNE CLARRISE OPEÑA`</dc:title>
  <dc:subject>Converted learning material</dc:subject>
  <dc:creator>Multimedia Learning</dc:creator>
  <cp:lastModifiedBy>Multimedia Learning</cp:lastModifiedBy>
  <cp:revision>1</cp:revision>
  <dcterms:created xsi:type="dcterms:W3CDTF">2026-08-30T03:10:59Z</dcterms:created>
  <dcterms:modified xsi:type="dcterms:W3CDTF">2026-08-30T03:10:59Z</dcterms:modified>
</cp:coreProperties>
</file>