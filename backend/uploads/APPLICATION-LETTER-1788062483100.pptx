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August 23, 2025
JOSH MOJICA
Owner | CEO
Kangkong Chip Original
Cainta, Metro Manila
Dear Sir/Madam:
I am currently a Bachelor of Science in Information Technology student at Passi City
College. In partial fulfillment of the requirements of this degree, I am required to have an On-
the-Job Training (OJT) for a minimum of [number] hours starting February 2026
I would like to apply as a trainee in your company because I believe that the training and
experience I will acquire will broaden my knowledge about my course and provide me with
practical skills essential for my future career in the IT industry.
Thank you for any consideration that you may give to this letter of application.
Very truly yours,
ANGELO LIBRON
Pob. Delgado Calinog, Iloilo
09957443150
libronangelo13@gmail.com
Noted:
ENGR. MYLEN B. PADERES, Meng’g
OJT Coordinator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APPLICATION LETTER</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APPLICATION LETTER.pdf  |  Page 1 of 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LETTER</dc:title>
  <dc:subject>Converted learning material</dc:subject>
  <dc:creator>Multimedia Learning</dc:creator>
  <cp:lastModifiedBy>Multimedia Learning</cp:lastModifiedBy>
  <cp:revision>1</cp:revision>
  <dcterms:created xsi:type="dcterms:W3CDTF">2026-08-30T04:01:22Z</dcterms:created>
  <dcterms:modified xsi:type="dcterms:W3CDTF">2026-08-30T04:01:22Z</dcterms:modified>
</cp:coreProperties>
</file>